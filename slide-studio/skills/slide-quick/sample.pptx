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ngjunmun/development/ai-development/jm-design/.claude/worktrees/quizzical-hermann-0d496c/slide-studio/skills/slide-quick/assets/glow-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-4480560"/>
            <a:ext cx="82296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2157984"/>
            <a:ext cx="2962656" cy="347472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5840" y="2299716"/>
            <a:ext cx="64008" cy="640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5" name="Text 2"/>
          <p:cNvSpPr/>
          <p:nvPr/>
        </p:nvSpPr>
        <p:spPr>
          <a:xfrm>
            <a:off x="1152144" y="21579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· SLIDE-QUICK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2779776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native engine </a:t>
            </a:r>
            <a:pPr indent="0" marL="0">
              <a:buNone/>
            </a:pPr>
            <a:r>
              <a:rPr lang="en-US" sz="5400" b="1" dirty="0">
                <a:solidFill>
                  <a:srgbClr val="82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4242816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slides exercising every helper.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SLIDE-QUICK SAMPLE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22792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ngjunmun/development/ai-development/jm-design/.claude/worktrees/quizzical-hermann-0d496c/slide-studio/skills/slide-quick/assets/glow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46120" y="3246120"/>
            <a:ext cx="594360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66928"/>
            <a:ext cx="2404872" cy="347472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5840" y="708660"/>
            <a:ext cx="64008" cy="640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5" name="Text 2"/>
          <p:cNvSpPr/>
          <p:nvPr/>
        </p:nvSpPr>
        <p:spPr>
          <a:xfrm>
            <a:off x="1152144" y="566928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COMPARISON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10515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hold bulleted comparisons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5074920" cy="2377440"/>
          </a:xfrm>
          <a:prstGeom prst="roundRect">
            <a:avLst>
              <a:gd name="adj" fmla="val 3462"/>
            </a:avLst>
          </a:prstGeom>
          <a:solidFill>
            <a:srgbClr val="16171B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2560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306324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91072" y="2286000"/>
            <a:ext cx="5074920" cy="2377440"/>
          </a:xfrm>
          <a:prstGeom prst="roundRect">
            <a:avLst>
              <a:gd name="adj" fmla="val 3462"/>
            </a:avLst>
          </a:prstGeom>
          <a:solidFill>
            <a:srgbClr val="16171B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6832" y="2560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28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56832" y="306324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SLIDE-QUICK SAMPLE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22792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2070202" cy="347472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08660"/>
            <a:ext cx="64008" cy="640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4" name="Text 2"/>
          <p:cNvSpPr/>
          <p:nvPr/>
        </p:nvSpPr>
        <p:spPr>
          <a:xfrm>
            <a:off x="1152144" y="566928"/>
            <a:ext cx="16130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DIAGRAM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real, editable shapes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0543032" cy="3200400"/>
          </a:xfrm>
          <a:prstGeom prst="roundRect">
            <a:avLst>
              <a:gd name="adj" fmla="val 2571"/>
            </a:avLst>
          </a:prstGeom>
          <a:solidFill>
            <a:srgbClr val="16171B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5603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1D22"/>
          </a:solidFill>
          <a:ln w="15875">
            <a:solidFill>
              <a:srgbClr val="3A3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560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03904" y="2994660"/>
            <a:ext cx="104698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05756" y="25603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1D22"/>
          </a:solidFill>
          <a:ln w="15875">
            <a:solidFill>
              <a:srgbClr val="3A3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5756" y="2560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38060" y="2994660"/>
            <a:ext cx="1046988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39912" y="25603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1D22"/>
          </a:solidFill>
          <a:ln w="15875">
            <a:solidFill>
              <a:srgbClr val="3A3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25603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88552" y="3794760"/>
            <a:ext cx="1280160" cy="731520"/>
          </a:xfrm>
          <a:prstGeom prst="diamond">
            <a:avLst/>
          </a:prstGeom>
          <a:solidFill>
            <a:srgbClr val="1C1D22"/>
          </a:solidFill>
          <a:ln w="15875">
            <a:solidFill>
              <a:srgbClr val="3A3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8552" y="37947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28632" y="3447288"/>
            <a:ext cx="0" cy="329184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22792" y="4663440"/>
            <a:ext cx="2011680" cy="384048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828FF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22792" y="4663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2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4160520"/>
            <a:ext cx="6428232" cy="0"/>
          </a:xfrm>
          <a:prstGeom prst="line">
            <a:avLst/>
          </a:prstGeom>
          <a:noFill/>
          <a:ln w="22225">
            <a:solidFill>
              <a:srgbClr val="8A8F98"/>
            </a:solidFill>
            <a:prstDash val="solid"/>
            <a:headEnd type="triangl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SLIDE-QUICK SAMPLE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22792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ongjunmun/development/ai-development/jm-design/.claude/worktrees/quizzical-hermann-0d496c/slide-studio/skills/slide-quick/assets/glow-mage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200400"/>
            <a:ext cx="6400800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566928"/>
            <a:ext cx="1735531" cy="347472"/>
          </a:xfrm>
          <a:prstGeom prst="roundRect">
            <a:avLst>
              <a:gd name="adj" fmla="val 50000"/>
            </a:avLst>
          </a:prstGeom>
          <a:solidFill>
            <a:srgbClr val="12131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5840" y="708660"/>
            <a:ext cx="64008" cy="64008"/>
          </a:xfrm>
          <a:prstGeom prst="ellipse">
            <a:avLst/>
          </a:prstGeom>
          <a:solidFill>
            <a:srgbClr val="5E6AD2"/>
          </a:solidFill>
          <a:ln/>
        </p:spPr>
      </p:sp>
      <p:sp>
        <p:nvSpPr>
          <p:cNvPr id="5" name="Text 2"/>
          <p:cNvSpPr/>
          <p:nvPr/>
        </p:nvSpPr>
        <p:spPr>
          <a:xfrm>
            <a:off x="1152144" y="566928"/>
            <a:ext cx="12783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CODE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10515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renders in Consolas, ≤10 lines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10543032" cy="2377440"/>
          </a:xfrm>
          <a:prstGeom prst="roundRect">
            <a:avLst>
              <a:gd name="adj" fmla="val 3462"/>
            </a:avLst>
          </a:prstGeom>
          <a:solidFill>
            <a:srgbClr val="16171B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4440" y="2514600"/>
            <a:ext cx="97200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F7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4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F7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step()</a:t>
            </a:r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8A8F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the loop</a:t>
            </a:r>
            <a:endParaRPr lang="en-US" sz="14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F7F8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done: break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9377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content. ● ILLUSTRATIVE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SLIDE-QUICK SAMPLE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22792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A6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slide-quick sample</dc:title>
  <dc:subject>PptxGenJS Presentation</dc:subject>
  <dc:creator>PptxGenJS</dc:creator>
  <cp:lastModifiedBy>PptxGenJS</cp:lastModifiedBy>
  <cp:revision>1</cp:revision>
  <dcterms:created xsi:type="dcterms:W3CDTF">2026-06-13T23:32:47Z</dcterms:created>
  <dcterms:modified xsi:type="dcterms:W3CDTF">2026-06-13T23:32:47Z</dcterms:modified>
</cp:coreProperties>
</file>